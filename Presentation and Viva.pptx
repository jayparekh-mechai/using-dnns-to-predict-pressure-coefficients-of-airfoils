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6" r:id="rId5"/>
    <p:sldId id="265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9302" autoAdjust="0"/>
  </p:normalViewPr>
  <p:slideViewPr>
    <p:cSldViewPr snapToGrid="0">
      <p:cViewPr varScale="1">
        <p:scale>
          <a:sx n="103" d="100"/>
          <a:sy n="103" d="100"/>
        </p:scale>
        <p:origin x="85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71845-5F5F-4210-8DB3-3F2A4652212E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17DAB7-2475-4477-9715-B93A82662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4155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7DAB7-2475-4477-9715-B93A82662C7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53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17DAB7-2475-4477-9715-B93A82662C7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5354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C50B-FF32-41D0-AF49-609B312B9D38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6B26-191B-4011-A58C-CF3D5998C8B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2" descr="Image result for bcu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000" y="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803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C50B-FF32-41D0-AF49-609B312B9D38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6B26-191B-4011-A58C-CF3D5998C8B5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2" descr="Image result for bcu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000" y="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5422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C50B-FF32-41D0-AF49-609B312B9D38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6B26-191B-4011-A58C-CF3D5998C8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264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C50B-FF32-41D0-AF49-609B312B9D38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6B26-191B-4011-A58C-CF3D5998C8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506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C50B-FF32-41D0-AF49-609B312B9D38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6B26-191B-4011-A58C-CF3D5998C8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9275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C50B-FF32-41D0-AF49-609B312B9D38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6B26-191B-4011-A58C-CF3D5998C8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54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C50B-FF32-41D0-AF49-609B312B9D38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6B26-191B-4011-A58C-CF3D5998C8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806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C50B-FF32-41D0-AF49-609B312B9D38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6B26-191B-4011-A58C-CF3D5998C8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937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C50B-FF32-41D0-AF49-609B312B9D38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6B26-191B-4011-A58C-CF3D5998C8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5674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C50B-FF32-41D0-AF49-609B312B9D38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6B26-191B-4011-A58C-CF3D5998C8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43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1C50B-FF32-41D0-AF49-609B312B9D38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F6B26-191B-4011-A58C-CF3D5998C8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87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1C50B-FF32-41D0-AF49-609B312B9D38}" type="datetimeFigureOut">
              <a:rPr lang="en-GB" smtClean="0"/>
              <a:t>20/04/2021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F6B26-191B-4011-A58C-CF3D5998C8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559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56043"/>
            <a:ext cx="9144000" cy="2387600"/>
          </a:xfrm>
        </p:spPr>
        <p:txBody>
          <a:bodyPr>
            <a:normAutofit/>
          </a:bodyPr>
          <a:lstStyle/>
          <a:p>
            <a:r>
              <a:rPr lang="en-GB" dirty="0" smtClean="0"/>
              <a:t>Poster Presentation </a:t>
            </a:r>
            <a:r>
              <a:rPr lang="en-GB" dirty="0" smtClean="0"/>
              <a:t>and Viva</a:t>
            </a:r>
            <a:endParaRPr lang="en-GB" sz="49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524000" y="3474719"/>
            <a:ext cx="9144000" cy="8683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dirty="0" smtClean="0"/>
              <a:t>ENG6200 Individual Honours Project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9096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ontent Placeholder 2"/>
          <p:cNvSpPr txBox="1">
            <a:spLocks/>
          </p:cNvSpPr>
          <p:nvPr/>
        </p:nvSpPr>
        <p:spPr>
          <a:xfrm>
            <a:off x="838200" y="1692910"/>
            <a:ext cx="10515600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10% of Module Marks.</a:t>
            </a:r>
          </a:p>
          <a:p>
            <a:endParaRPr lang="en-GB" dirty="0"/>
          </a:p>
          <a:p>
            <a:r>
              <a:rPr lang="en-GB" dirty="0"/>
              <a:t> Your </a:t>
            </a:r>
            <a:r>
              <a:rPr lang="en-GB" dirty="0" smtClean="0"/>
              <a:t>presentation should </a:t>
            </a:r>
            <a:r>
              <a:rPr lang="en-GB" dirty="0"/>
              <a:t>last for no more than 10 </a:t>
            </a:r>
            <a:r>
              <a:rPr lang="en-GB" dirty="0" smtClean="0"/>
              <a:t>minutes!</a:t>
            </a:r>
          </a:p>
          <a:p>
            <a:endParaRPr lang="en-GB" dirty="0"/>
          </a:p>
          <a:p>
            <a:r>
              <a:rPr lang="en-GB" dirty="0"/>
              <a:t>The Viva Voce </a:t>
            </a:r>
            <a:r>
              <a:rPr lang="en-GB" dirty="0" smtClean="0"/>
              <a:t>Examination (questions and defence).</a:t>
            </a:r>
          </a:p>
          <a:p>
            <a:endParaRPr lang="en-GB" dirty="0"/>
          </a:p>
          <a:p>
            <a:r>
              <a:rPr lang="en-GB" dirty="0" smtClean="0"/>
              <a:t>Submit as a </a:t>
            </a:r>
            <a:r>
              <a:rPr lang="en-GB" b="1" i="1" dirty="0" smtClean="0"/>
              <a:t>single</a:t>
            </a:r>
            <a:r>
              <a:rPr lang="en-GB" dirty="0" smtClean="0"/>
              <a:t> PowerPoint slide by noon on 26</a:t>
            </a:r>
            <a:r>
              <a:rPr lang="en-GB" baseline="30000" dirty="0" smtClean="0"/>
              <a:t>th</a:t>
            </a:r>
            <a:r>
              <a:rPr lang="en-GB" dirty="0" smtClean="0"/>
              <a:t> April.</a:t>
            </a:r>
          </a:p>
          <a:p>
            <a:endParaRPr lang="en-GB" dirty="0"/>
          </a:p>
          <a:p>
            <a:r>
              <a:rPr lang="en-GB" b="1" i="1" dirty="0" smtClean="0"/>
              <a:t>You must present your poster to get marks for this element</a:t>
            </a:r>
            <a:r>
              <a:rPr lang="en-GB" dirty="0" smtClean="0"/>
              <a:t>.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 smtClean="0"/>
              <a:t>The Assessment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721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Format</a:t>
            </a:r>
            <a:endParaRPr lang="en-GB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69291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Live presentation (in-person on campus or Teams </a:t>
            </a:r>
            <a:r>
              <a:rPr lang="en-GB" b="1" i="1" dirty="0" smtClean="0"/>
              <a:t>TBC</a:t>
            </a:r>
            <a:r>
              <a:rPr lang="en-GB" dirty="0" smtClean="0"/>
              <a:t>).</a:t>
            </a:r>
          </a:p>
          <a:p>
            <a:endParaRPr lang="en-GB" dirty="0"/>
          </a:p>
          <a:p>
            <a:r>
              <a:rPr lang="en-GB" dirty="0" smtClean="0"/>
              <a:t>Visual aid should be the poster you have created.</a:t>
            </a:r>
          </a:p>
          <a:p>
            <a:endParaRPr lang="en-GB" dirty="0"/>
          </a:p>
          <a:p>
            <a:r>
              <a:rPr lang="en-GB" dirty="0" smtClean="0"/>
              <a:t>Poster templates are available on Moodle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r>
              <a:rPr lang="en-GB" dirty="0" smtClean="0"/>
              <a:t>~5 </a:t>
            </a:r>
            <a:r>
              <a:rPr lang="en-GB" dirty="0" err="1" smtClean="0"/>
              <a:t>mins</a:t>
            </a:r>
            <a:r>
              <a:rPr lang="en-GB" dirty="0" smtClean="0"/>
              <a:t> of questions</a:t>
            </a:r>
            <a:endParaRPr lang="en-GB" dirty="0" smtClean="0"/>
          </a:p>
          <a:p>
            <a:endParaRPr lang="en-GB" dirty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269600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 Contents</a:t>
            </a:r>
            <a:endParaRPr lang="en-GB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69291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You should include:</a:t>
            </a:r>
          </a:p>
          <a:p>
            <a:pPr lvl="1"/>
            <a:r>
              <a:rPr lang="en-GB" dirty="0" smtClean="0"/>
              <a:t>Title.</a:t>
            </a:r>
          </a:p>
          <a:p>
            <a:pPr lvl="1"/>
            <a:r>
              <a:rPr lang="en-GB" dirty="0" smtClean="0"/>
              <a:t>Aim and objectives.</a:t>
            </a:r>
          </a:p>
          <a:p>
            <a:pPr lvl="1"/>
            <a:r>
              <a:rPr lang="en-GB" dirty="0" smtClean="0"/>
              <a:t>Short(!) Background.</a:t>
            </a:r>
          </a:p>
          <a:p>
            <a:pPr lvl="1"/>
            <a:r>
              <a:rPr lang="en-GB" dirty="0" smtClean="0"/>
              <a:t>A </a:t>
            </a:r>
            <a:r>
              <a:rPr lang="en-GB" b="1" i="1" dirty="0" smtClean="0"/>
              <a:t>summary</a:t>
            </a:r>
            <a:r>
              <a:rPr lang="en-GB" dirty="0" smtClean="0"/>
              <a:t> of the results.</a:t>
            </a:r>
          </a:p>
          <a:p>
            <a:pPr lvl="1"/>
            <a:r>
              <a:rPr lang="en-GB" dirty="0" smtClean="0"/>
              <a:t>An </a:t>
            </a:r>
            <a:r>
              <a:rPr lang="en-GB" dirty="0"/>
              <a:t>overview of the Artefact.</a:t>
            </a:r>
          </a:p>
          <a:p>
            <a:pPr lvl="1"/>
            <a:r>
              <a:rPr lang="en-GB" dirty="0" smtClean="0"/>
              <a:t>Name, email and supervisor.</a:t>
            </a:r>
          </a:p>
        </p:txBody>
      </p:sp>
    </p:spTree>
    <p:extLst>
      <p:ext uri="{BB962C8B-B14F-4D97-AF65-F5344CB8AC3E}">
        <p14:creationId xmlns:p14="http://schemas.microsoft.com/office/powerpoint/2010/main" val="2961997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Viva Element</a:t>
            </a:r>
            <a:endParaRPr lang="en-GB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69291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You should be able to:</a:t>
            </a:r>
          </a:p>
          <a:p>
            <a:endParaRPr lang="en-GB" dirty="0" smtClean="0"/>
          </a:p>
          <a:p>
            <a:pPr lvl="1"/>
            <a:r>
              <a:rPr lang="en-GB" dirty="0" smtClean="0"/>
              <a:t>Justify why you have carried out the work.</a:t>
            </a:r>
          </a:p>
          <a:p>
            <a:pPr lvl="1"/>
            <a:endParaRPr lang="en-GB" dirty="0" smtClean="0"/>
          </a:p>
          <a:p>
            <a:pPr lvl="1"/>
            <a:r>
              <a:rPr lang="en-GB" dirty="0" smtClean="0"/>
              <a:t>Clearly explain the benefits and identify stakeholders.</a:t>
            </a:r>
          </a:p>
          <a:p>
            <a:pPr lvl="1"/>
            <a:endParaRPr lang="en-GB" dirty="0"/>
          </a:p>
          <a:p>
            <a:pPr lvl="1"/>
            <a:r>
              <a:rPr lang="en-GB" dirty="0" smtClean="0"/>
              <a:t>Defend your choice of methodology/design.</a:t>
            </a:r>
          </a:p>
          <a:p>
            <a:pPr lvl="1"/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9224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Examples and Feedback</a:t>
            </a:r>
            <a:endParaRPr lang="en-GB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838200" y="1692910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Looking at the following examples:</a:t>
            </a:r>
            <a:endParaRPr lang="en-GB" dirty="0" smtClean="0"/>
          </a:p>
          <a:p>
            <a:endParaRPr lang="en-GB" dirty="0" smtClean="0"/>
          </a:p>
          <a:p>
            <a:pPr lvl="1"/>
            <a:r>
              <a:rPr lang="en-GB" dirty="0" smtClean="0"/>
              <a:t>What is good practice?</a:t>
            </a:r>
          </a:p>
          <a:p>
            <a:pPr lvl="1"/>
            <a:endParaRPr lang="en-GB" dirty="0"/>
          </a:p>
          <a:p>
            <a:pPr lvl="1"/>
            <a:r>
              <a:rPr lang="en-GB" dirty="0" smtClean="0"/>
              <a:t>Where is there room for improvement?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957964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5" y="0"/>
            <a:ext cx="102181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43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0"/>
            <a:ext cx="10515600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6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62" y="-23811"/>
            <a:ext cx="10341855" cy="688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42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Final Points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Poster presentation and viva is a great opportunity to share your work.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Ensure they are kept concise and readable.</a:t>
            </a:r>
          </a:p>
          <a:p>
            <a:endParaRPr lang="en-GB" dirty="0"/>
          </a:p>
          <a:p>
            <a:r>
              <a:rPr lang="en-GB" dirty="0" smtClean="0"/>
              <a:t>Ask for feedback on what you’ve produced, not on what you are going to produce.</a:t>
            </a:r>
          </a:p>
          <a:p>
            <a:endParaRPr lang="en-GB" dirty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25053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71036084CC53448C51F46F4DC77CDD" ma:contentTypeVersion="13" ma:contentTypeDescription="Create a new document." ma:contentTypeScope="" ma:versionID="de81e826959a45b98a7a4c00b4024ddf">
  <xsd:schema xmlns:xsd="http://www.w3.org/2001/XMLSchema" xmlns:xs="http://www.w3.org/2001/XMLSchema" xmlns:p="http://schemas.microsoft.com/office/2006/metadata/properties" xmlns:ns3="3ffa5895-6898-4f51-a01b-79841f7835a9" xmlns:ns4="bcd3707a-36df-49a7-9b5f-5c3ef7e0571b" targetNamespace="http://schemas.microsoft.com/office/2006/metadata/properties" ma:root="true" ma:fieldsID="4a11d3120991e616bd32ac506ad6527f" ns3:_="" ns4:_="">
    <xsd:import namespace="3ffa5895-6898-4f51-a01b-79841f7835a9"/>
    <xsd:import namespace="bcd3707a-36df-49a7-9b5f-5c3ef7e0571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4:MediaServiceMetadata" minOccurs="0"/>
                <xsd:element ref="ns4:MediaServiceFastMetadata" minOccurs="0"/>
                <xsd:element ref="ns3:SharedWithDetails" minOccurs="0"/>
                <xsd:element ref="ns3:SharingHintHash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fa5895-6898-4f51-a01b-79841f7835a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d3707a-36df-49a7-9b5f-5c3ef7e0571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CEC6A4-2E79-416B-8E09-0178040C270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C7DB4-CC20-4DAC-BE7D-80CA552754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fa5895-6898-4f51-a01b-79841f7835a9"/>
    <ds:schemaRef ds:uri="bcd3707a-36df-49a7-9b5f-5c3ef7e057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DE6A4D-69F6-46B5-B6D9-46F68A38E5A6}">
  <ds:schemaRefs>
    <ds:schemaRef ds:uri="http://purl.org/dc/terms/"/>
    <ds:schemaRef ds:uri="http://schemas.microsoft.com/office/2006/documentManagement/types"/>
    <ds:schemaRef ds:uri="bcd3707a-36df-49a7-9b5f-5c3ef7e0571b"/>
    <ds:schemaRef ds:uri="http://purl.org/dc/dcmitype/"/>
    <ds:schemaRef ds:uri="3ffa5895-6898-4f51-a01b-79841f7835a9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5272</TotalTime>
  <Words>222</Words>
  <Application>Microsoft Office PowerPoint</Application>
  <PresentationFormat>Widescreen</PresentationFormat>
  <Paragraphs>50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Poster Presentation and Viva</vt:lpstr>
      <vt:lpstr>The Assessment</vt:lpstr>
      <vt:lpstr>Format</vt:lpstr>
      <vt:lpstr>Example Contents</vt:lpstr>
      <vt:lpstr>Viva Element</vt:lpstr>
      <vt:lpstr>Examples and Feedback</vt:lpstr>
      <vt:lpstr>PowerPoint Presentation</vt:lpstr>
      <vt:lpstr>PowerPoint Presentation</vt:lpstr>
      <vt:lpstr>PowerPoint Presentation</vt:lpstr>
      <vt:lpstr>Final Points</vt:lpstr>
    </vt:vector>
  </TitlesOfParts>
  <Company>Birmingham City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Canvas Model</dc:title>
  <dc:creator>Laura Leyland</dc:creator>
  <cp:lastModifiedBy>Dominic Flynn</cp:lastModifiedBy>
  <cp:revision>63</cp:revision>
  <dcterms:created xsi:type="dcterms:W3CDTF">2019-02-19T18:52:23Z</dcterms:created>
  <dcterms:modified xsi:type="dcterms:W3CDTF">2021-04-20T12:00:36Z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0x0101006B71036084CC53448C51F46F4DC77CDD</vt:lpwstr>
  </property>
</Properties>
</file>